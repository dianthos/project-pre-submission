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Course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Task 1: Student Assignment Manager  |  Task 2: Heap + Heap Sort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Edit: group no., names &amp; SIDs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1 — What we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Student Assignment Manager (CLI)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10271455" cy="4206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Add tasks: Assignment / Exam / General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List tasks with status, due date, and details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Search and filter by course / keyword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Sort by due date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Mark completed / uncompleted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Save/load data via JSON file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1 — OOP &amp; modular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Modules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577840" cy="1920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models.py — Task base class + subclasses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manager.py — TaskManager (business logic)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storage.py — JSON persistence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main.py — CLI entry + menu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OOP Concepts shown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12064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Abstraction: Task is an abstract base class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Inheritance: AssignmentTask / ExamTask / GeneralTask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Polymorphism: kind() and details() per subclass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Encapsulation: TaskManager hides internal storage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45775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6177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Demo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98348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Add → List → Search → Sort → Mark complete → Save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2 — Self-study: Heap + Heap Sort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Data Structure: Binary Heap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2895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Array-backed complete binary tree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Supports push, pop (extract-top), peek, heapify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Used for priority queues (scheduling, top-K)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Algorithm: Heap Sort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362895" cy="1920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Build heap (bottom-up heapify)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Repeatedly extract top element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Total time: O(n log n)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to run (quick demo)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Task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python -m task1.main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Task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python -m task2.demo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Tip: record your screen while you run these commands and do 2–3 quick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Q&amp;A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Repository structure: task1/  task2/  reports/  slides/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2026-04-16T11:10:48Z</dcterms:created>
  <dcterms:modified xsi:type="dcterms:W3CDTF">2026-04-16T11:10:48Z</dcterms:modified>
</cp:coreProperties>
</file>