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4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7954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Hans-HK" altLang="en-US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105457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Course Project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2E8F0"/>
                </a:solidFill>
              </a:rPr>
              <a:t>Task 1: Student Assignment Manager  |  Task 2: Heap + Heap Sort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2400" dirty="0">
                <a:solidFill>
                  <a:srgbClr val="CBD5E1"/>
                </a:solidFill>
              </a:rPr>
              <a:t>Name: Yan Chudong            SID: 14042677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Hans-HK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Task 1 — What we built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5394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Hans-HK" altLang="en-US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</a:rPr>
              <a:t>Student Assignment Manager (CLI)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60120" y="2011680"/>
            <a:ext cx="10271455" cy="4206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Add tasks: Assignment / Exam / General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List tasks with status, due date, and details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Search and filter by course / keyword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Sort by due date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Mark completed / uncompleted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Save/load data via JSON file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Hans-HK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Task 1 — OOP &amp; modular design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zh-Hans-HK" altLang="en-US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</a:rPr>
              <a:t>Modules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5577840" cy="1920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models.py — Task base class + subclasses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manager.py — TaskManager (business logic)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storage.py — JSON persistence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main.py — CLI entry + menu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92240" y="13258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</a:rPr>
              <a:t>OOP Concepts shown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92240" y="1783080"/>
            <a:ext cx="5120640" cy="23774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Abstraction: Task is an abstract base class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Inheritance: AssignmentTask / ExamTask / GeneralTask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Polymorphism: kind() and details() per subclass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Encapsulation: TaskManager hides internal storage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10545775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Hans-HK" altLang="en-US"/>
          </a:p>
        </p:txBody>
      </p:sp>
      <p:sp>
        <p:nvSpPr>
          <p:cNvPr id="10" name="Text 8"/>
          <p:cNvSpPr/>
          <p:nvPr/>
        </p:nvSpPr>
        <p:spPr>
          <a:xfrm>
            <a:off x="1005840" y="461772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Demo flow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05840" y="4983480"/>
            <a:ext cx="10180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11827"/>
                </a:solidFill>
              </a:rPr>
              <a:t>Add → List → Search → Sort → Mark complete → Save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Hans-HK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Task 2 — Self-study: Heap + Heap Sort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zh-Hans-HK" altLang="en-US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</a:rPr>
              <a:t>Data Structure: Binary Heap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10362895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Array-backed complete binary tree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Supports push, pop (extract-top), peek, heapify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Used for priority queues (scheduling, top-K)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</a:rPr>
              <a:t>Algorithm: Heap Sort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362895" cy="1920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Build heap (bottom-up heapify)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Repeatedly extract top element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</a:rPr>
              <a:t>Total time: O(n log n)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Hans-HK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How to run (quick demo)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13035" y="1097280"/>
            <a:ext cx="11094415" cy="539496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  <p:txBody>
          <a:bodyPr/>
          <a:lstStyle/>
          <a:p>
            <a:endParaRPr lang="zh-Hans-HK" altLang="en-US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Task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2E8F0"/>
                </a:solidFill>
              </a:rPr>
              <a:t>python -m task1.main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Task 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2E8F0"/>
                </a:solidFill>
              </a:rPr>
              <a:t>python -m task2.demo</a:t>
            </a:r>
            <a:endParaRPr lang="en-US" sz="2400" dirty="0"/>
          </a:p>
        </p:txBody>
      </p:sp>
      <p:pic>
        <p:nvPicPr>
          <p:cNvPr id="13" name="图片 12" descr="The image shows a terminal window interface displaying a Python command prompt and a series of Python scripts being executed, displaying different lists of numbers being sorted in both ascending and descending order.&#10;&#10;AI 生成的内容可能不正确。">
            <a:extLst>
              <a:ext uri="{FF2B5EF4-FFF2-40B4-BE49-F238E27FC236}">
                <a16:creationId xmlns:a16="http://schemas.microsoft.com/office/drawing/2014/main" id="{2D568FA3-0C97-39A1-D4FE-BC03D4697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8508" y="1737360"/>
            <a:ext cx="7710152" cy="36138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zh-Hans-HK" altLang="en-US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105457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2E8F0"/>
                </a:solidFill>
              </a:rPr>
              <a:t>Q&amp;A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120640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</a:rPr>
              <a:t>Repository structure: task1/  task2/  reports/  slides/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267</Words>
  <Application>Microsoft Office PowerPoint</Application>
  <PresentationFormat>宽屏</PresentationFormat>
  <Paragraphs>47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s1404267</cp:lastModifiedBy>
  <cp:revision>3</cp:revision>
  <dcterms:created xsi:type="dcterms:W3CDTF">2026-04-16T11:10:48Z</dcterms:created>
  <dcterms:modified xsi:type="dcterms:W3CDTF">2026-04-17T09:33:50Z</dcterms:modified>
</cp:coreProperties>
</file>